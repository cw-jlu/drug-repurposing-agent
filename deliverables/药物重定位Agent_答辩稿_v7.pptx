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模糊用例升级召回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秒。LLM 只做规划与解释，数值计算全部由确定性工具完成，最终由代码校验 Schema、ID、引用和权限。Strict 模式下 LLM 看不到任何标签或药名。规划器在事先冻结的 100 例独立 holdout 上：DeepSeek 98/100，规则 90/100（docs/planner_eval_results.md）。每次运行写入带 SHA-256 链的 JSONL 轨迹。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v1 的 120 个封闭合成决策用例：J0 与 J1 准确率都是 0.875，J1 高风险误执行 0.150；置信门控降到 0.083，但增加人工升级。新 v2 是另一个在任何调用前冻结的 40 条中文风险备注压力测试：混合层 39/40、完整 LLM 37/40、旧关键词规则 20/40；80/80 provider trace 通过回放。v2 是作者标注的合成新用例，不与 v1 准确率直接比较，也不代表临床正确率。Jev 未获访问。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系统架构：谁负责什么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12B3C"/>
          </a:solidFill>
          <a:ln w="9525">
            <a:solidFill>
              <a:srgbClr val="112B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自然语言请求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17627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2316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9631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/ 规则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9651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1655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工具白名单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/ Open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1675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6364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3679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确定性计算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差异表达·排名融合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93699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8388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5703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PubMed·多 Agent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85723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041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772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Schema·引用·权限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98/100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规划器冻结 holdout（DeepSeek；规则 90/100）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9768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标签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模式下 LLM 可见的 Benchmark 标签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4672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哈希链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每次运行写入 JSONL 轨迹，可逐步复核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决策层消融：规则 vs LLM vs 门控（Jev 接口已预留）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1371600"/>
            <a:ext cx="3474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图：v1 120 个冻结合成决策用例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规则与 LLM 准确率持平；门控减少高风险误执行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v2 中文备注：混合 39/40，完整 LLM 37/40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作者标注、合成；两集结果不能直接比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未获访问：接口保留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9/10 为糖皮质激素（NR3C1 类别假设）；主要反转增殖与糖酵解程序；参考药恢复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98/100；23 条范围预筛引用中 13 条原样需排除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未跑；Jev/湿实验未做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2026-10-01T08:41:14Z</dcterms:created>
  <dcterms:modified xsi:type="dcterms:W3CDTF">2026-10-01T08:41:14Z</dcterms:modified>
</cp:coreProperties>
</file>