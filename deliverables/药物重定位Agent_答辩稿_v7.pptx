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步，跳过已完成的质控、差异表达和通路分析，最终完成。能力边界：只支持登记表中的疾病（预先登记了肺腺癌、乳腺癌、结直肠癌、前列腺癌、黑色素瘤，数据用到时才下载）；说出疾病名后，Agent 能自动从 GEO 下载数据、核对哈希、从原始数据重算，一路跑到报告，未登记的疾病会转人工。补充一句：大模型决定用哪些工具、按什么顺序、何时停止（40 例中第一轮出现 9 种不同计划），但每个工具内部的算法和阈值由代码固定——阈值会改变 Top-10，不能让模型看完结果再调。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秒。10 月 2 日经 Agent v2 实时重跑一次：7/10 分级与冻结版一致，hydrocortisone、mometasone、fluticasone 分级改变，仍无候选达到“有支持”；审阅代码后来加入引用范围检查，引语被拒 17/66，与冻结版不可直接比较。每个候选由文献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秒。总结五点。Agent 一行：去掉大模型，Benchmark 分数和 Top-10 一个数字都不会变，因为数值计算全部由确定性代码完成；我们也测过让大模型挑方法、直接判断药物，结果都更差，后者还会泄漏答案。大模型的作用在规划和文字理解：多步规划中“只做一部分”的请求，规则只做对 2/8，大模型 8/8；中文风险备注规则只对 20/40，混合设计 39/40。但它对越权请求的拒绝（5/8）不如规则（7/8），所以安全靠代码层校验，不靠大模型。一句话：算法决定结果对不对，Agent 决定系统好不好用、敢不敢用。文献审阅方面，23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去掉大模型分数不变；它负责理解请求与文字（部分任务：规则 2/8 → 大模型 8/8）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只支持 5 个登记疾病；细胞系 ≠ 患者；未知 ≠ 阴性；外部 v3 未跑；无湿实验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2026-10-03T13:19:24Z</dcterms:created>
  <dcterms:modified xsi:type="dcterms:W3CDTF">2026-10-03T13:19:24Z</dcterms:modified>
</cp:coreProperties>
</file>