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  <c:pt idx="3">
                  <c:v>0.9</c:v>
                </c:pt>
                <c:pt idx="4">
                  <c:v>0.783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模糊用例转人工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  <c:pt idx="3">
                  <c:v>0.938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  <c:pt idx="3">
                  <c:v>0.117</c:v>
                </c:pt>
                <c:pt idx="4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秒。LLM 只做规划与解释，数值计算全部由确定性工具完成，最终由代码校验 Schema、ID、引用和权限。Strict 模式下 LLM 看不到任何标签或药名。规划器在事先冻结的 100 例独立 holdout 上：DeepSeek 98/100，规则 90/100（docs/planner_eval_results.md）。每次运行写入带 SHA-256 链的 JSONL 轨迹。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秒。图为 v1 的 120 个封闭合成决策用例，所有决策器看到同样的策略文本与用例字段，门控阈值（0.8/0.9）在调用前固定。规则与 flash 准确率都是 0.875；flash 高风险误执行 0.150，加门控降到 0.083。Jev（TypeSafe System One，经 OpenCode Zen 调用 jev-1.13-free；付费版因余额不足在得到答案前改用免费版）不加门控准确率 0.900，为所有决策器最高；Brier 0.147，低于 flash 0.221 与 v4-pro 0.228，但 ECE 0.042 略高于 flash 的 0.025。Jev 加门控后高风险误执行为 0.000，代价是 0.483 的升级率；低置信交给 flash 的 J4 准确率 0.867。v2 的 40 条中文风险备注上，“规则算结构化字段、模型只判备注”的混合层，无论 flash、v4-pro 还是 Jev 判备注，高风险误执行都是 0（Jev 39/40）；让模型包办整个决策时，完整 Jev 只有 32/40 并出现高风险误执行。换 v4-pro 时门控一次都没触发，阈值需要按模型校准。用例为合成数据、单次运行，不代表临床正确率。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40 秒。总结五点。23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系统架构：谁负责什么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12B3C"/>
          </a:solidFill>
          <a:ln w="9525">
            <a:solidFill>
              <a:srgbClr val="112B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自然语言请求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17627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2316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9631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Planner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/ 规则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9651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1655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工具白名单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/ Open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1675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6364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3679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确定性计算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差异表达·排名融合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93699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8388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5703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PubMed·多 Agent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85723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0412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17727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Schema·引用·权限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98/100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规划器冻结 holdout（DeepSeek；规则 90/100）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29768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8056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标签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448056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模式下 LLM 可见的 Benchmark 标签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4672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哈希链</a:t>
            </a:r>
            <a:endParaRPr lang="en-US" sz="28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每次运行写入 JSONL 轨迹，可逐步复核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决策层：规则 vs 通用 LLM vs Jev（实测）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7772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321040" y="1280160"/>
            <a:ext cx="3474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v1 120 例：Jev 准确率 0.900 最高，Brier 0.147 最低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+ 门控：高风险误执行 0.000，但升级率 0.483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混合层（Jev 判备注）39/40、0 高风险误执行；完整 Jev 32/40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混合设计换 flash / v4-pro / Jev 都是 0 高风险误执行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合成用例、单次运行；Jev 用免费版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 98/100；23 条范围预筛引用中 13 条原样需排除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细胞系 ≠ 患者；未知 ≠ 阴性；外部 v3 未跑；无湿实验；Jev 仅免费版单次运行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2026-10-01T16:18:15Z</dcterms:created>
  <dcterms:modified xsi:type="dcterms:W3CDTF">2026-10-01T16:18:15Z</dcterms:modified>
</cp:coreProperties>
</file>