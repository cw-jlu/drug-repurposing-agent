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步，跳过已完成的质控、差异表达和通路分析，最终完成。能力边界：只支持登记表中的疾病（预先登记了肺腺癌、乳腺癌、结直肠癌、前列腺癌、黑色素瘤，数据用到时才下载）；说出疾病名后，Agent 能自动从 GEO 下载数据、核对哈希、从原始数据重算，一路跑到报告，未登记的疾病会转人工。补充一句：大模型决定用哪些工具、按什么顺序、何时停止（40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只支持 5 个登记疾病；细胞系 ≠ 患者；未知 ≠ 阴性；外部 v3 未跑；无湿实验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2026-10-03T13:08:19Z</dcterms:created>
  <dcterms:modified xsi:type="dcterms:W3CDTF">2026-10-03T13:08:19Z</dcterms:modified>
</cp:coreProperties>
</file>