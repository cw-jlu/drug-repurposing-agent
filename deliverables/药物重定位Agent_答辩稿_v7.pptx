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官方 NS-AUC（100 种子均值）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随机拆分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0.482</c:v>
                </c:pt>
                <c:pt idx="1">
                  <c:v>0.522</c:v>
                </c:pt>
                <c:pt idx="2">
                  <c:v>0.723</c:v>
                </c:pt>
                <c:pt idx="3">
                  <c:v>0.745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弱相关拆分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0.542</c:v>
                </c:pt>
                <c:pt idx="1">
                  <c:v>0.502</c:v>
                </c:pt>
                <c:pt idx="2">
                  <c:v>0.692</c:v>
                </c:pt>
                <c:pt idx="3">
                  <c:v>0.658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4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正例 vs 未知 AUC（600 对）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E4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7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2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开卷：给药名/病名</c:v>
                  </c:pt>
                  <c:pt idx="1">
                    <c:v>闭卷：只给反转数值</c:v>
                  </c:pt>
                  <c:pt idx="2">
                    <c:v>反转分数本身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0.567</c:v>
                </c:pt>
                <c:pt idx="1">
                  <c:v>0.527</c:v>
                </c:pt>
                <c:pt idx="2">
                  <c:v>0.519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4"/>
        </c:scaling>
        <c:delete val="0"/>
        <c:axPos val="b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J0 固定规则</c:v>
                  </c:pt>
                  <c:pt idx="1">
                    <c:v>J1 通用 LLM</c:v>
                  </c:pt>
                  <c:pt idx="2">
                    <c:v>J3 LLM + 置信门控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0.875</c:v>
                </c:pt>
                <c:pt idx="1">
                  <c:v>0.875</c:v>
                </c:pt>
                <c:pt idx="2">
                  <c:v>0.792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模糊用例升级召回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J0 固定规则</c:v>
                  </c:pt>
                  <c:pt idx="1">
                    <c:v>J1 通用 LLM</c:v>
                  </c:pt>
                  <c:pt idx="2">
                    <c:v>J3 LLM + 置信门控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0.688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高风险误执行率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J0 固定规则</c:v>
                  </c:pt>
                  <c:pt idx="1">
                    <c:v>J1 通用 LLM</c:v>
                  </c:pt>
                  <c:pt idx="2">
                    <c:v>J3 LLM + 置信门控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0.033</c:v>
                </c:pt>
                <c:pt idx="1">
                  <c:v>0.15</c:v>
                </c:pt>
                <c:pt idx="2">
                  <c:v>0.083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秒。题目：面向药物重定位的可审计 Agent。两条主线：第三方公开 Benchmark 上的外部评测，以及肺腺癌端到端案例。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秒。课程要求 Problem → Data → Model → Benchmark → Biological interpretation。我们的问题：一个不训练新模型、由 LLM 调度确定性工具的 Agent，能否在别人定义的 Benchmark 上给出可信排名，并对具体疾病给出可追溯的候选与证据。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秒。TRANSCRIPT 标签极稀疏：613×151 矩阵里只有 401 个正例、11 个负例，其余是未知而非阴性。GSE32863 核实为 57 对配对样本（GEO 摘要写 60 对），两份无法配对的样本被排除；配对 limma 复现 512 上调、749 下调基因。来源：docs/data_card.md、docs/luad_data_audit.md、docs/figures/fig6。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秒。LLM 只做规划与解释，数值计算全部由确定性工具完成，最终由代码校验 Schema、ID、引用和权限。Strict 模式下 LLM 看不到任何标签或药名。规划器在事先冻结的 100 例独立 holdout 上：DeepSeek 98/100，规则 90/100（docs/planner_eval_results.md）。每次运行写入带 SHA-256 链的 JSONL 轨迹。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秒。表达反转 B1 在官方 NS-AUC 上只有 0.482（随机拆分），与随机无差别——这是本项目的核心负结果。复核评价代码发现：官方 NS-AUC 在每个药物行内对疾病排序、并把同分记 0；旧 B2 在疾病列内排序，且流行度分量在行内是常数。B3 改为行方向、加入疾病流行度与标签共现并打破同分，配置在正式评分前冻结（commit 92943bb），开发种子与官方 100 种子不相交。弱相关拆分只有一个固定留出集，冻结前已看过，已在配置中披露。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秒。RECeSS 官方 Runner，与作者公布的 11 个模型逐种子对齐。B3：随机 0.723（BNNR 0.733 第一，B3 在 100 个配对种子中胜 35 次），弱相关 0.692（MBiRW 0.738 第一）。第二轮 B4（B3 + BNNR 的 NumPy 移植，只在开发种子上设计后冻结）：随机 0.745、弱相关 0.658。B4 在随机拆分上超过全部 11 个发表模型（对 BNNR 配对胜 87/100），但弱相关拆分仍落后 MBiRW 与 HAN，因此只能说随机拆分协议下排名第一，不宣称两种协议下的 SOTA。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秒。同一 DeepSeek 模型、同一冻结样本（300 正例 + 300 未知，哈希在调用前固定）。开卷给药名和病名：AUC 0.567，95% CI [0.526, 0.609]，唯一显著高于 0.5；闭卷只给反转数值：0.527；反转分数本身 0.519。开卷减闭卷 0.040，CI 跨 0。结论：LLM 会凭记忆认出教科书适应症，这是泄漏不是发现，所以 Benchmark 必须在 LLM 看不到身份的 Strict 模式下运行；TRANSCRIPT 标签噪声使泄漏幅度不大。共 1222 次调用，约 0.08 美元。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秒。图为 v1 的 120 个封闭合成决策用例：J0 与 J1 准确率都是 0.875，J1 高风险误执行 0.150；置信门控降到 0.083，但增加人工升级。新 v2 是另一个在任何调用前冻结的 40 条中文风险备注压力测试：混合层 39/40、完整 LLM 37/40、旧关键词规则 20/40；80/80 provider trace 通过回放。v2 是作者标注的合成新用例，不与 v1 准确率直接比较，也不代表临床正确率。Jev 未获访问。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秒。GSE32863 配对差异表达得到 512 上调 / 749 下调基因（FDR&lt;0.05，|log2FC|≥1）；肺泡上皮标志物（AGER、SFTPA1、CLDN18）下调，细胞外基质与侵袭相关基因（SPP1、MMP11、COL1A1）上调，符合 LUAD 生物学。A549 签名反转得到的 Top-10 中 8 个是糖皮质激素、共同指向 NR3C1 与 GR 转录通路——这是一个机制假设而不是十个独立发现；A549 为 KRAS 突变细胞系，细胞系结果不能外推到患者。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秒。每个候选由文献 Agent、批评 Agent 和协调者处理。冻结版 65 条引语全部通过 PMID 与逐字校验、10/10 判为证据不足，共 22 次模型调用。事后来源/药名范围预筛标记 23 条；当前 PubMed 摘要级复核中 13 条原样候选级引用需排除，9 条仅能收窄终点保留，1 条仅作一般安全提示。错误包括勘误当原始研究、未指名类固醇归给具体候选、柚皮素抗癌结果误归给 fluticasone。冻结分级未重跑；这不是独立双人全文审阅。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40 秒。总结五点。23 条是事后来源/药名范围预筛标记，并非 65 条都经过全文审阅；13 条原样候选级引用需排除，冻结药物分级未重算。独立外部方法选择 v3 的数据与标签门槛未通过，没有外部 NS-AUC 结果。Benchmark 分数只代表已知关联恢复能力；LUAD 候选是待验证的研究假设，不是用药建议。代码与所有结果见 GitHub 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药物重定位 Agent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2971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FE3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从疾病转录组到可审计的候选药物：公开 Benchmark + 肺腺癌案例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7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课程设计答辩 · 2026 年 9 月 · 研究用途，不构成临床建议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问题与五个环节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表达反转能否找到候选药？Agent 能否可审计地完成全流程？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07208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9008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2990088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2990088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613×151；GSE32863 肺腺癌配对；LINCS A549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65776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48656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486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48656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248656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规划 + 确定性工具 + 规则/LLM 决策门控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24344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07224" y="18288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0722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507224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07224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RECeSS 官方 Runner，100 种子 × 2 种拆分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82912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65792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76579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765792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Interpretation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机制、文献证据与多 Agent 审阅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边界：不训练新预测模型；Benchmark 分数只代表已知关联的恢复能力，不代表临床疗效。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数据与质量控制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pic>
        <p:nvPicPr>
          <p:cNvPr id="5" name="Image 0" descr="docs/figures/fig6_data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7040880" cy="4023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128016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46720" y="13898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613 × 151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046720" y="20299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药物 × 疾病候选空间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0" y="2807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0.45%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3447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已知关联占比（401 正 / 11 负，其余未知）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863840" y="41148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对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046720" y="48646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GSE32863 核实配对样本（排除 2 份）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577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 ≠ 阴性：指标只在官方可评价的药物行上计算。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系统架构：谁负责什么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112B3C"/>
          </a:solidFill>
          <a:ln w="9525">
            <a:solidFill>
              <a:srgbClr val="112B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自然语言请求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17627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2316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9631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Planner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/ 规则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9651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4340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1655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工具白名单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/ Open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1675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6364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3679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确定性计算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差异表达·排名融合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93699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18388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5703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PubMed·多 Agent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85723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0412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17727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Validator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Schema·引用·权限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38404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39502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98/100</a:t>
            </a:r>
            <a:endParaRPr lang="en-US" sz="28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4590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规划器冻结 holdout（DeepSeek；规则 90/100）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297680" y="38404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80560" y="39502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标签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4480560" y="4590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模式下 LLM 可见的 Benchmark 标签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46720" y="38404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0" y="39502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哈希链</a:t>
            </a:r>
            <a:endParaRPr lang="en-US" sz="2800" dirty="0"/>
          </a:p>
        </p:txBody>
      </p:sp>
      <p:sp>
        <p:nvSpPr>
          <p:cNvPr id="30" name="Text 27"/>
          <p:cNvSpPr txBox="1"/>
          <p:nvPr/>
        </p:nvSpPr>
        <p:spPr>
          <a:xfrm>
            <a:off x="8229600" y="4590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每次运行写入 JSONL 轨迹，可逐步复核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发现：反转≈随机，提分来自对齐评价指标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NS-AUC 在每个药物行内比较疾病，同分记 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B2 按疾病列排序，流行度在行内是常数 → 失效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改为行方向：疾病流行度 + 表达 kNN + 标签共现 + 反转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配置在正式评分前冻结；开发种子与官方种子不相交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 B4 = B3 + BNNR 移植（与作者结果逐种子一致），单独冻结后评分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Benchmark：B4 随机拆分第 1/13，弱相关第 3/13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pic>
        <p:nvPicPr>
          <p:cNvPr id="5" name="Image 0" descr="docs/figures/fig1_nsauc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111556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 Strict 模式：LLM 知识污染探针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146304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95% CI [0.526, 0.609]：唯一显著高于 0.5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高置信命中都是教科书适应症（如四环素类—痤疮）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− 闭卷 = 0.040，CI 跨 0：泄漏存在但幅度小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看得到药名的 LLM 会“背答案”，所以 Benchmark 必须在 Strict 模式下运行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决策层消融：规则 vs LLM vs 门控（Jev 接口已预留）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0" y="1371600"/>
            <a:ext cx="3474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图：v1 120 个冻结合成决策用例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规则与 LLM 准确率持平；门控减少高风险误执行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 v2 中文备注：混合 39/40，完整 LLM 37/40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作者标注、合成；两集结果不能直接比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Jev 未获访问：接口保留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肺腺癌案例：签名与机制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pic>
        <p:nvPicPr>
          <p:cNvPr id="5" name="Image 0" descr="docs/figures/fig3_luad_volcan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669280" cy="4480560"/>
          </a:xfrm>
          <a:prstGeom prst="rect">
            <a:avLst/>
          </a:prstGeom>
        </p:spPr>
      </p:pic>
      <p:pic>
        <p:nvPicPr>
          <p:cNvPr id="6" name="Image 1" descr="docs/figures/fig5_top10_networ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188720"/>
            <a:ext cx="5577840" cy="4480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852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中 9/10 属于或很可能属于糖皮质激素 → NR3C1 类别假设，而非十个独立疗效证据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证据审阅：逐字引用 ≠ 论断成立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冻结版通过逐字校验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事后范围预筛标记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原样候选级引用需排除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5256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3898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10/10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029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冻结分级：未重新计算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011680"/>
                <a:gridCol w="4389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冻结分级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条中的摘要级审计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beclomethasone-dipropionate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3；限定范围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clocortolone-pivalate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0；限定范围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BRD-K84203638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hydrocortisone-hemisuccinate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fluorometholone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4；限定范围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fluticasone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2；限定范围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diflorasone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结论与局限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4630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纯表达反转在 TRANSCRIPT 上 ≈ 随机（官方 NS-AUC 0.482）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3774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对齐指标方向并集成 BNNR 后 B4 随机拆分第 1/13、弱相关第 3/13；随机拆分超过全部发表模型，弱相关未超过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3291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模式隔离标签；探针证实 LLM 看到药名会“背答案”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06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2062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 98/100；23 条范围预筛引用中 13 条原样需排除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20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8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细胞系 ≠ 患者；未知 ≠ 阴性；外部 v3 未跑；Jev/湿实验未做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药物重定位 Agent 答辩 v7</dc:title>
  <dc:subject>PptxGenJS Presentation</dc:subject>
  <dc:creator>PptxGenJS</dc:creator>
  <cp:lastModifiedBy>PptxGenJS</cp:lastModifiedBy>
  <cp:revision>1</cp:revision>
  <dcterms:created xsi:type="dcterms:W3CDTF">2026-09-29T16:08:45Z</dcterms:created>
  <dcterms:modified xsi:type="dcterms:W3CDTF">2026-09-29T16:08:45Z</dcterms:modified>
</cp:coreProperties>
</file>