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冻结 40 例多步规划：规则 30/40 · DeepSeek 36/40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规则规划器</c:v>
                </c:pt>
              </c:strCache>
            </c:strRef>
          </c:tx>
          <c:spPr>
            <a:solidFill>
              <a:srgbClr val="B9C2C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0.25</c:v>
                </c:pt>
                <c:pt idx="2">
                  <c:v>0.8</c:v>
                </c:pt>
                <c:pt idx="3">
                  <c:v>0.833</c:v>
                </c:pt>
                <c:pt idx="4">
                  <c:v>0.857</c:v>
                </c:pt>
                <c:pt idx="5">
                  <c:v>0.875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规划器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0.857</c:v>
                </c:pt>
                <c:pt idx="5">
                  <c:v>0.625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  <c:pt idx="3">
                  <c:v>0.9</c:v>
                </c:pt>
                <c:pt idx="4">
                  <c:v>0.783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模糊用例转人工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  <c:pt idx="3">
                  <c:v>0.938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  <c:pt idx="3">
                  <c:v>0.117</c:v>
                </c:pt>
                <c:pt idx="4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Agent v2。大模型只看到模式、可用输入名称和已完成产物，看不到数据、文件路径和 Benchmark 标签；它一次提交多步计划，代码逐条校验白名单、模式、依赖和输入，不合法或某步失败时把观察反馈给它重新规划，最多 3 轮。数值计算全部由确定性工具完成，最终由 Validator 检查 ID、哈希、排名、引用和权限；每一步写入 SHA-256 链式轨迹。来源：docs/agent_v2.md、docs/figures/fig9_architecture.png。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秒。v1 只从 3 个工具里选 1 个；v2 让大模型把请求拆成有序步骤，代码校验依赖、模式和输入后执行，失败时带着已完成产物重新规划。冻结的 40 例多步规划测试（调用前提交）：DeepSeek 36/40，规则规划器 30/40。规则输在“部分任务”（只认关键词，把“只做差异表达”也跑成全流程）；DeepSeek 部分任务、缺少输入、基准模式全对，但越权类 5/8：对“跳过质控”“忽略校验当治疗方案”“排完删数据”它照常跑了安全的标准流程而没有拒绝——代码层依赖校验和白名单仍挡住了实际风险，但这是规划器的真实弱点。右侧是真实工具上的一次运行：排名第一次失败后，第 2 轮只规划剩下的 4 步，跳过已完成的质控、差异表达和通路分析，最终完成。能力边界：只支持登记表中的疾病（预先登记了肺腺癌、乳腺癌、结直肠癌、前列腺癌、黑色素瘤，数据用到时才下载）；说出疾病名后，Agent 能自动从 GEO 下载数据、核对哈希、从原始数据重算，一路跑到报告，未登记的疾病会转人工。补充一句：大模型决定用哪些工具、按什么顺序、何时停止（40 例中第一轮出现 9 种不同计划），但每个工具内部的算法和阈值由代码固定——阈值会改变 Top-10，不能让模型看完结果再调。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秒。图为 v1 的 120 个封闭合成决策用例，所有决策器看到同样的策略文本与用例字段，门控阈值（0.8/0.9）在调用前固定。规则与 flash 准确率都是 0.875；flash 高风险误执行 0.150，加门控降到 0.083。Jev（TypeSafe System One，经 OpenCode Zen 调用 jev-1.13-free；付费版因余额不足在得到答案前改用免费版）不加门控准确率 0.900，为所有决策器最高；Brier 0.147，低于 flash 0.221 与 v4-pro 0.228，但 ECE 0.042 略高于 flash 的 0.025。Jev 加门控后高风险误执行为 0.000，代价是 0.483 的升级率；低置信交给 flash 的 J4 准确率 0.867。v2 的 40 条中文风险备注上，“规则算结构化字段、模型只判备注”的混合层，无论 flash、v4-pro 还是 Jev 判备注，高风险误执行都是 0（Jev 39/40）；让模型包办整个决策时，完整 Jev 只有 32/40 并出现高风险误执行。换 v4-pro 时门控一次都没触发，阈值需要按模型校准。用例为合成数据、单次运行，不代表临床正确率。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类别假设；但阈值敏感性分析显示这只在 |log2FC|≥1 及更严时成立，放宽到 0.58 后 Top-10 只剩 3 个原候选，RAF/PI3K/mTOR 抑制剂（Hub 注释）进入，只有 hydrocortisone、beclomethasone、clocortolone 在 12 种设定下都留在 Top-10（docs/luad_threshold_sensitivity.md）。注意：Top-10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秒。10 月 2 日经 Agent v2 实时重跑一次：7/10 分级与冻结版一致，hydrocortisone、mometasone、fluticasone 分级改变，仍无候选达到“有支持”；审阅代码后来加入引用范围检查，引语被拒 17/66，与冻结版不可直接比较。每个候选由文献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秒。总结五点。Agent 一行：去掉大模型，Benchmark 分数和 Top-10 一个数字都不会变，因为数值计算全部由确定性代码完成；我们也测过让大模型挑方法、直接判断药物，结果都更差，后者还会泄漏答案。大模型的作用在规划和文字理解：多步规划中“只做一部分”的请求，规则只做对 2/8，大模型 8/8；中文风险备注规则只对 20/40，混合设计 39/40。但它对越权请求的拒绝（5/8）不如规则（7/8），所以安全靠代码层校验，不靠大模型。一句话：算法决定结果对不对，Agent 决定系统好不好用、敢不敢用。文献审阅方面，23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系统架构：LLM 规划，工具计算，代码校验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pic>
        <p:nvPicPr>
          <p:cNvPr id="5" name="Image 0" descr="docs/figures/fig9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051560"/>
            <a:ext cx="97840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自主规划：一句话 → 多步计划 → 失败后重新规划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22376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真实运行：排名首次失败后的重新规划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223760" y="1737360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60920" y="1810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轮计划（7 步）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 → 差异表达 → 通路 → 排名 → 审计 → 文献 → 报告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2761488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F2E7E4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60920" y="2834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质控、差异表达、通路 ✓ ；排名 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223760" y="3785616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60920" y="3858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轮计划（4 步）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1696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 → 审计 → 文献 → 报告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223760" y="4809744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60920" y="48828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5193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完成：completed；已完成步骤未重跑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决策层：规则 vs 通用 LLM vs Jev（实测）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77724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321040" y="1280160"/>
            <a:ext cx="3474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v1 120 例：Jev 准确率 0.900 最高，Brier 0.147 最低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+ 门控：高风险误执行 0.000，但升级率 0.483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混合层（Jev 判备注）39/40、0 高风险误执行；完整 Jev 32/40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混合设计换 flash / v4-pro / Jev 都是 0 高风险误执行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合成用例、单次运行；Jev 用免费版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预设阈值下 9/10 为糖皮质激素，但放宽阈值后被 RAF/PI3K/mTOR 抑制剂部分取代；参考药恢复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去掉大模型分数不变；它负责理解请求与文字（部分任务：规则 2/8 → 大模型 8/8）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只支持 5 个登记疾病；细胞系 ≠ 患者；未知 ≠ 阴性；外部 v3 未跑；无湿实验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2026-10-03T12:46:30Z</dcterms:created>
  <dcterms:modified xsi:type="dcterms:W3CDTF">2026-10-03T12:46:30Z</dcterms:modified>
</cp:coreProperties>
</file>